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D0D0D"/>
                </a:solidFill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0D0D"/>
                </a:solidFill>
              </a:rPr>
              <a:t>2026-04-29  팀 오늘의 To Do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AI 생성 콘텐츠 탐지 웹앱 개발팀  ·  이지수 / 박효준 / 진민경 / 김성일 / 신우철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오늘의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</a:rPr>
              <a:t>InSIGHT는 SNS 게시물의 AI 생성 이미지를 자동 판별하는 웹앱입니다.</a:t>
            </a:r>
          </a:p>
          <a:p>
            <a:pPr algn="l"/>
            <a:r>
              <a:rPr sz="8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</a:rPr>
              <a:t>현재 1차 필터(C2PA / EXIF / SynthID-FFT)의 탐지 성능이 목표치에 미달하여,</a:t>
            </a:r>
          </a:p>
          <a:p>
            <a:pPr algn="l"/>
            <a:r>
              <a:rPr sz="1600" b="0">
                <a:solidFill>
                  <a:srgbClr val="2D2D2D"/>
                </a:solidFill>
              </a:rPr>
              <a:t>오늘은 마지막 검증과 대안 탐색을 두 트랙으로 병렬 진행합니다.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88920"/>
            <a:ext cx="5943600" cy="64008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4FBE"/>
                </a:solidFill>
              </a:rPr>
              <a:t>팀장: 이지수  |  팀원: 박효준 · 진민경 · 김성일 · 신우철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0D0D"/>
                </a:solidFill>
              </a:rPr>
              <a:t>오늘 핵심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1차 필터로 채택 가능한 방법 최종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오늘의 2대 트랙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5394960" cy="438912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4FBE"/>
                </a:solidFill>
              </a:rPr>
              <a:t>Track A — 대안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담당: 진민경 / 박효준 / 김성일 / 이지수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불가시성 워터마크 검출기 또는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메타데이터 기반 1차 필터 방법 조사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단순한 정보(워터마크·메타데이터)만으로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분류 가능한 방법 탐색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(ML 모델 개입 없는 결정론적 방법)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63040"/>
            <a:ext cx="5394960" cy="4389120"/>
          </a:xfrm>
          <a:prstGeom prst="rect">
            <a:avLst/>
          </a:prstGeom>
          <a:solidFill>
            <a:srgbClr val="EEECF8"/>
          </a:solidFill>
          <a:ln w="1905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4FBE"/>
                </a:solidFill>
              </a:rPr>
              <a:t>Track B — 공식 SynthID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담당: 신우철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Vertex AI API KEY로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구글 공식 SynthID 탐지기 연동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성능·비용 실험으로</a:t>
            </a:r>
          </a:p>
          <a:p>
            <a:pPr algn="l"/>
            <a:r>
              <a:rPr sz="1500" b="0">
                <a:solidFill>
                  <a:srgbClr val="2D2D2D"/>
                </a:solidFill>
              </a:rPr>
              <a:t>1차 필터 적합성 최종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Track A — 1차 필터 대안 조사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담당: 진민경 / 박효준 / 김성일 / 이지수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목적: ML 모델 개입 없이 단순 정보(워터마크·메타데이터)만으로 분류 가능한 방법 확정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94960" cy="301752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불가시성 워터마크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검출 오픈소스 라이브러리
- imwatermark, blind-watermark 등
- SynthID 외 제3자 워터마크 탐지
- 결정론적 신호 기반, API KEY 불필요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20240"/>
            <a:ext cx="5394960" cy="3017520"/>
          </a:xfrm>
          <a:prstGeom prst="rect">
            <a:avLst/>
          </a:prstGeom>
          <a:solidFill>
            <a:srgbClr val="EEECF8"/>
          </a:solidFill>
          <a:ln w="1524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4FBE"/>
                </a:solidFill>
              </a:rPr>
              <a:t>이미지 메타데이터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기반 AI 탐지 방법
- EXIF / XMP / IPTC 심화 분석
- C2PA 콘텐츠 서명 파싱
- AI 생성 도구 흔적 키워드 탐지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20640"/>
            <a:ext cx="7315200" cy="594360"/>
          </a:xfrm>
          <a:prstGeom prst="rect">
            <a:avLst/>
          </a:prstGeom>
          <a:solidFill>
            <a:srgbClr val="FFF3CD"/>
          </a:solidFill>
          <a:ln w="1524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</a:rPr>
              <a:t>결과물: 조사 내용 + 후보 방법 팀 채널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Track B — Vertex AI SynthID 검증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담당: 신우철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목적: 구글 공식 SynthID 탐지기의 1차 필터 적합성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0058400" cy="502920"/>
          </a:xfrm>
          <a:prstGeom prst="rect">
            <a:avLst/>
          </a:prstGeom>
          <a:solidFill>
            <a:srgbClr val="EEECF8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① Vertex AI API KEY 설정 및 SynthID Watermark Detector 연동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42032"/>
            <a:ext cx="100584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② 탐지 성능 측정: Precision / Recall / F1 /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63824"/>
            <a:ext cx="10058400" cy="502920"/>
          </a:xfrm>
          <a:prstGeom prst="rect">
            <a:avLst/>
          </a:prstGeom>
          <a:solidFill>
            <a:srgbClr val="EEECF8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2783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③ 비용 측정: 이미지 1장당 API 호출 비용 (USD)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85616"/>
            <a:ext cx="100584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962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④ 추론 속도: 1장 평균 처리 시간 (초)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07408"/>
            <a:ext cx="10058400" cy="502920"/>
          </a:xfrm>
          <a:prstGeom prst="rect">
            <a:avLst/>
          </a:prstGeom>
          <a:solidFill>
            <a:srgbClr val="EEECF8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7141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⑤ 1차 필터 목적 적합성 최종 판단 (비용 대비 성능)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66360"/>
            <a:ext cx="7315200" cy="594360"/>
          </a:xfrm>
          <a:prstGeom prst="rect">
            <a:avLst/>
          </a:prstGeom>
          <a:solidFill>
            <a:srgbClr val="FFF3CD"/>
          </a:solidFill>
          <a:ln w="15240">
            <a:solidFill>
              <a:srgbClr val="E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03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</a:rPr>
              <a:t>결과물: 성능 지표 + 비용 리포트 팀 채널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팀 공통 체크리스트 &amp; 오늘의 성공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1155680" cy="25400"/>
          </a:xfrm>
          <a:prstGeom prst="rect">
            <a:avLst/>
          </a:prstGeom>
          <a:solidFill>
            <a:srgbClr val="5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BE"/>
                </a:solidFill>
              </a:rPr>
              <a:t>오전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Track A 조사 방향 확정 및 시작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Track B Vertex AI 연동 및 실험 시작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5B4FBE"/>
                </a:solidFill>
              </a:rPr>
              <a:t>오후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Track A 조사 결과 팀 채널 공유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Track B 실험 결과(지표 + 비용) 공유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5B4FBE"/>
                </a:solidFill>
              </a:rPr>
              <a:t>EOD (오늘 마무리 전)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1차 필터 채택 방법 최종 결정 논의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채택 결과 팀 채널 공유</a:t>
            </a:r>
          </a:p>
          <a:p>
            <a:pPr algn="l"/>
            <a:r>
              <a:rPr sz="1400" b="0">
                <a:solidFill>
                  <a:srgbClr val="2D2D2D"/>
                </a:solidFill>
              </a:rPr>
              <a:t>□  내일 구현 계획 간단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0D0D"/>
                </a:solidFill>
              </a:rPr>
              <a:t>오늘의 성공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65960"/>
            <a:ext cx="5303520" cy="548640"/>
          </a:xfrm>
          <a:prstGeom prst="rect">
            <a:avLst/>
          </a:prstGeom>
          <a:solidFill>
            <a:srgbClr val="EEECF8"/>
          </a:solidFill>
          <a:ln w="1270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→  1차 필터 채택 가능 방법 1개 이상 확정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solidFill>
            <a:srgbClr val="EEECF8"/>
          </a:solidFill>
          <a:ln w="1270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→  Vertex AI SynthID 비용·성능 데이터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337560"/>
            <a:ext cx="5303520" cy="548640"/>
          </a:xfrm>
          <a:prstGeom prst="rect">
            <a:avLst/>
          </a:prstGeom>
          <a:solidFill>
            <a:srgbClr val="EEECF8"/>
          </a:solidFill>
          <a:ln w="12700">
            <a:solidFill>
              <a:srgbClr val="5B4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429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→  팀 전체 방향 통일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60520"/>
            <a:ext cx="53035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519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</a:rPr>
              <a:t>오늘 두 트랙 모두 완료하면
내일 1차 필터 구현을 예정대로 시작할 수 있습니다.
막히는 부분은 즉시 팀 채널에 공유하세요!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InSIGHT · 2026-04-29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