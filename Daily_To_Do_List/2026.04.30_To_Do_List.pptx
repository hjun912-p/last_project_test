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D0D0D"/>
                </a:solidFill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0D0D"/>
                </a:solidFill>
              </a:rPr>
              <a:t>2026-04-30  팀 오늘의 To Do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46120"/>
            <a:ext cx="6858000" cy="59436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</a:rPr>
              <a:t>⚠  팀장 이지수님 부재 — 팀원 자율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진행: 박효준  /  진민경  /  김성일  /  신우철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 ·  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오늘의 일정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5212080" cy="420624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4FBE"/>
                </a:solidFill>
              </a:rPr>
              <a:t>1부  —  KDT 과제 제출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</a:rPr>
              <a:t>우선 완료 후 2부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표정 감지 서비스 개발 및 제출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폴더: Expression_detection/안면인식자료/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노트북 2종 기반으로 빠르게 완성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KDT 국비지원 제출 기한 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4FB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5212080" cy="42062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</a:rPr>
              <a:t>2부  —  InSIGHT 복귀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</a:rPr>
              <a:t>1부 완료 즉시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AI 생성 이미지 탐지 웹앱 작업 재개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신우철: UI/UX 뼈대 구축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팀원: 각자 담당 작업 재개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  •  진행 상황 팀 채널 공유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 ·  2026-04-30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1부  —  표정 감지 서비스 (KDT 제출)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Expression_detection/안면인식자료/  기준으로 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작업 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1155680" cy="731520"/>
          </a:xfrm>
          <a:prstGeom prst="rect">
            <a:avLst/>
          </a:prstGeom>
          <a:solidFill>
            <a:srgbClr val="EEECF8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4FBE"/>
                </a:solidFill>
              </a:rPr>
              <a:t>AI_FinalProject_emotion_classification_1.ipynb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3911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표정 분류 모델 1 — 기반 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111556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4FBE"/>
                </a:solidFill>
              </a:rPr>
              <a:t>AI_FinalProject_emotion_classification_2.ipynb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9077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표정 분류 모델 2 — 개선 / 최종 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11879"/>
            <a:ext cx="11155680" cy="731520"/>
          </a:xfrm>
          <a:prstGeom prst="rect">
            <a:avLst/>
          </a:prstGeom>
          <a:solidFill>
            <a:srgbClr val="EEECF8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8503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4FBE"/>
                </a:solidFill>
              </a:rPr>
              <a:t>AI개발.비정형_project.guide.26.04.12.pdf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77647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제출 가이드 — 요구사항 및 제출 형식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55680" cy="1188720"/>
          </a:xfrm>
          <a:prstGeom prst="rect">
            <a:avLst/>
          </a:prstGeom>
          <a:solidFill>
            <a:srgbClr val="FFF3CD"/>
          </a:solidFill>
          <a:ln w="1524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4F00"/>
                </a:solidFill>
              </a:rPr>
              <a:t>진행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① 가이드 PDF 확인 → 제출 요구사항 파악   ② 노트북 실행 및 결과 확인   ③ 제출 형식에 맞춰 정리   ④ KDT 플랫폼 제출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 ·  2026-04-30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2부  —  InSIGHT 프로젝트 복귀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1부 완료 즉시 전환 / 팀장 이지수님 부재 시 자율 진행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86400" cy="429768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4FBE"/>
                </a:solidFill>
              </a:rPr>
              <a:t>신우철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UI/UX 뼈대 구축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Gradio 기반 메인 화면 레이아웃 설계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입력/출력 컴포넌트 배치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모델 선택 버튼 등 인터랙션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63040"/>
            <a:ext cx="5486400" cy="429768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4FBE"/>
                </a:solidFill>
              </a:rPr>
              <a:t>박효준 / 진민경
김성일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자율적 자료조사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2차 필터 구현을 위한 방법 탐색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1차 / 2차 구분 없이 관심 분야 자유 조사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• 조사 결과 팀 채널 공유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111556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</a:rPr>
              <a:t>EOD 목표: 각자 작업 진행 상황 + 이슈 팀 채널 공유  |  이지수 팀장님 복귀 시 즉시 브리핑 가능하도록 기록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 ·  2026-04-30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오늘의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BE"/>
                </a:solidFill>
              </a:rPr>
              <a:t>1부 — 표정 감지 서비스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가이드 PDF 요구사항 확인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노트북 1 실행 및 결과 확인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노트북 2 실행 및 결과 확인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제출 형식 정리 완료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KDT 플랫폼 제출 완료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5B4FBE"/>
                </a:solidFill>
              </a:rPr>
              <a:t>2부 — InSIGHT 복귀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작업 환경 세팅 (python3.12 확인)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신우철: UI/UX 뼈대 구현 시작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팀원: 2차 필터 관련 자율 자료조사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EOD 진행 상황 팀 채널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0D0D"/>
                </a:solidFill>
              </a:rPr>
              <a:t>오늘 유의사항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65960"/>
            <a:ext cx="5303520" cy="109728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팀장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23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판단이 필요한 결정은 기록만 해두고
이지수님 복귀 후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39"/>
            <a:ext cx="5303520" cy="1097280"/>
          </a:xfrm>
          <a:prstGeom prst="rect">
            <a:avLst/>
          </a:prstGeom>
          <a:solidFill>
            <a:srgbClr val="FFF3CD"/>
          </a:solidFill>
          <a:ln w="1524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38327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A800"/>
                </a:solidFill>
              </a:rPr>
              <a:t>1부 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표정 감지 제출이 오늘 최우선
완료 전 InSIGHT 작업 시작 금지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617720"/>
            <a:ext cx="5303520" cy="10972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709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기록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작업 내용·이슈·결정사항
모두 팀 채널에 남기기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 ·  2026-04-30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