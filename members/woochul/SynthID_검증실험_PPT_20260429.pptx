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D0D0D"/>
                </a:solidFill>
              </a:rP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5B4FBE"/>
                </a:solidFill>
              </a:rPr>
              <a:t>1차 필터 검증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D2D2D"/>
                </a:solidFill>
              </a:rPr>
              <a:t>Vertex AI SynthID 탐지기  성능 · 비용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D2D2D"/>
                </a:solidFill>
              </a:rPr>
              <a:t>2026-04-29  |  신우철  |  InSIGHT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실험 배경 — 왜 지금 검증하는가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1371600" cy="59436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C2PA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184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SNS 이미지는 대부분 메타데이터 없음 → 사실상 탐지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371600" cy="59436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957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AI 생성 이미지에 카메라 정보 없음 → inconclusive만 반환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39"/>
            <a:ext cx="1371600" cy="59436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SynthID(FFT)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7296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임계값 기반 근사치 → 실제 워터마크 판독 아님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23360"/>
            <a:ext cx="1115568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4F00"/>
                </a:solidFill>
              </a:rPr>
              <a:t>핵심 문제: 1차 필터 무력화 → 모든 이미지가 Gemini 2차 필터로 넘어가 API 비용 과다 발생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오늘 목적: 구글 공식 SynthID가 1차 필터 역할을 할 수 있는지 비용·성능 양면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SynthID란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Google DeepMind가 개발한 AI 생성 콘텐츠용 불가시성 워터마크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핵심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이미지 픽셀에 인간 눈에 보이지 않는 패턴 삽입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이미지 편집·압축 후에도 워터마크 잔존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Gemini, Imagen 생성 이미지에 자동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탐지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Vertex AI SynthID Watermark Detector API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탐지 신뢰도 0~1 실수값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03520" cy="3291840"/>
          </a:xfrm>
          <a:prstGeom prst="rect">
            <a:avLst/>
          </a:prstGeom>
          <a:solidFill>
            <a:srgbClr val="FFF3CD"/>
          </a:solidFill>
          <a:ln w="1524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00"/>
                </a:solidFill>
              </a:rPr>
              <a:t>한계 (알고 있어야 할 것)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구글 AI(Gemini/Imagen) 생성 이미지에만 유효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Midjourney, DALL-E, Stable Diffusion 미적용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29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공개 오픈소스 SDK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  •  → Vertex AI API만 가능 (비용 발생)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실험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3566160" cy="438912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테스트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AI 생성 이미지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(Gemini/Imagen 포함 다양한 모델)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실제 인물 이미지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기존 벤치마크 데이터셋 활용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463040"/>
            <a:ext cx="3566160" cy="438912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측정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탐지 성능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Precision / Recall / F1 / Accuracy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비용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이미지 1장당 API 비용 (USD)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속도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1장 평균 추론 시간 (초)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463040"/>
            <a:ext cx="3566160" cy="438912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실험 절차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031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① Vertex AI 설정 및 API 연동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② 이미지별 탐지 호출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 + 비용 로그 기록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③ 성능 지표 계산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④ 채택 기준 대비 평가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⑤ 결과 팀 채널 공유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1차 필터 채택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0D0D"/>
                </a:solidFill>
              </a:rPr>
              <a:t>채택 조건  (모두 만족해야 함)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3108960" cy="64008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Recall  ≥  75 %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148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AI 이미지를 놓치지 않는 것이 핵심 (FN 최소화)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3108960" cy="64008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장당 비용  ≤  $0.01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9718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실용적 수준 — 대량 처리 가능성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3108960" cy="64008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추론 시간  ≤  3 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947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사용자 경험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결과별 후속 계획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29200"/>
            <a:ext cx="3566160" cy="777240"/>
          </a:xfrm>
          <a:prstGeom prst="rect">
            <a:avLst/>
          </a:prstGeom>
          <a:solidFill>
            <a:srgbClr val="E8F5E9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[채택]  insight_app.py 1차 필터에 SynthID API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5029200"/>
            <a:ext cx="3566160" cy="777240"/>
          </a:xfrm>
          <a:prstGeom prst="rect">
            <a:avLst/>
          </a:prstGeom>
          <a:solidFill>
            <a:srgbClr val="FFF3CD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[비용 과다]  팀원 Track A 대안으로 대체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5029200"/>
            <a:ext cx="3566160" cy="777240"/>
          </a:xfrm>
          <a:prstGeom prst="rect">
            <a:avLst/>
          </a:prstGeom>
          <a:solidFill>
            <a:srgbClr val="FFF3CD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[성능 미달]  앙상블 또는 Gemini 2차 필터 의존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오늘 산출물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3566160" cy="402336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4FBE"/>
                </a:solidFill>
              </a:rPr>
              <a:t>성능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Precision / Recall / F1 / Accuracy 수치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혼동 행렬  (TP / FP / FN / TN)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모델별 탐지율 비교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(Gemini 생성 vs 타사 AI vs 실제)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463040"/>
            <a:ext cx="3566160" cy="402336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4FBE"/>
                </a:solidFill>
              </a:rPr>
              <a:t>비용 리포트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이미지 1장당 평균 비용 (USD)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총 실험 비용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Gemini 2차 필터 대비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비용 효율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463040"/>
            <a:ext cx="3566160" cy="402336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4FBE"/>
                </a:solidFill>
              </a:rPr>
              <a:t>최종 권고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Vertex AI SynthID를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1차 필터로 채택 여부 결론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팀 채널 공유 →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내일 구현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