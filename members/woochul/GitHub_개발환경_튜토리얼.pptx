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88952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320040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90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팀 개발 입문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GitHub &amp; 개발환경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C8FF"/>
                </a:solidFill>
              </a:rPr>
              <a:t>완전 정복 튜토리얼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0C0"/>
                </a:solidFill>
              </a:rPr>
              <a:t>Git 용어 · 터미널 명령어 · AI로 GitHub 명령 · 프로젝트 환경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254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InSIGHT Project  |  hnf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960120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77724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105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GitHub 핵심 용어 사전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</a:rPr>
              <a:t>커밋·푸쉬·풀 등 꼭 알아야 할 단어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11430000" cy="960120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777240" cy="9601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3580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077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터미널 Git 명령어 치트시트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</a:rPr>
              <a:t>실제로 쓰는 명령어만 골라 한눈에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11430000" cy="960120"/>
          </a:xfrm>
          <a:prstGeom prst="rect">
            <a:avLst/>
          </a:prstGeom>
          <a:solidFill>
            <a:srgbClr val="1A2E44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777240" cy="960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3308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05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AI로 GitHub 명령하기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</a:rPr>
              <a:t>Claude / Gemini CLI 에게 채팅으로 Git 시키기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960120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029200"/>
            <a:ext cx="777240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30368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023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프로젝트 개발환경 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</a:rPr>
              <a:t>Miniconda → hnf 환경 → 앱 실행까지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01  GitHub 핵심 용어 사전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꼭 알아야 할 Git 단어들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Repository
(저장소)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53288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프로젝트의 모든 파일과 변경 이력이 저장되는 공간.
쉽게 말해 '프로젝트 폴더의 클라우드 버전'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1732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74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FF"/>
                </a:solidFill>
              </a:rPr>
              <a:t>Commit
(커밋)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53288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변경 내용을 로컬에 저장하는 행위.
사진 찍듯 현재 상태를 기록해 두는 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41732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⬆️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874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96"/>
                </a:solidFill>
              </a:rPr>
              <a:t>Push
(푸쉬)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53288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로컬에 커밋한 내용을 GitHub 서버(원격)로 업로드.
'내 PC → GitHub 서버'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4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858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⬇️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06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C00"/>
                </a:solidFill>
              </a:rPr>
              <a:t>Pull
(풀)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8646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GitHub 서버의 최신 내용을 내 PC로 다운로드.
'GitHub 서버 → 내 PC'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4904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3858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206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Clone
(클론)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8646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GitHub에 있는 저장소를 내 PC로 복사해 오는 것.
처음 한 번만 하면 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749040"/>
            <a:ext cx="3749039" cy="2176272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858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206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FF"/>
                </a:solidFill>
              </a:rPr>
              <a:t>Branch
(브랜치)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0B0C0"/>
                </a:solidFill>
              </a:rPr>
              <a:t>메인 코드를 건드리지 않고 기능을 개발하는
독립된 작업 공간. 나뭇가지처럼 갈라짐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01  GitHub 핵심 용어 사전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Git 흐름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194560" cy="12801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내 PC
(Local)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1051560" cy="381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07568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</a:rPr>
              <a:t>git add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508760"/>
            <a:ext cx="2194560" cy="1280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783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Staging
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2011680"/>
            <a:ext cx="1051560" cy="381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7568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</a:rPr>
              <a:t>git commit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508760"/>
            <a:ext cx="2194560" cy="12801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783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Local
Repo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011680"/>
            <a:ext cx="1051560" cy="381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7568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</a:rPr>
              <a:t>git push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1508760"/>
            <a:ext cx="2194560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783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GitHub
(Remote)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1097280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363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8C00"/>
                </a:solidFill>
              </a:rPr>
              <a:t>← git pull  (GitHub → 내 PC 최신화)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91840"/>
            <a:ext cx="5669280" cy="126187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91840"/>
            <a:ext cx="109728" cy="12618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두 브랜치를 하나로 합치는 작업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91840"/>
            <a:ext cx="5669280" cy="1261872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91840"/>
            <a:ext cx="109728" cy="12618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FF"/>
                </a:solidFill>
              </a:rPr>
              <a:t>Pull Request (PR)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947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내 브랜치를 main에 합쳐달라고 요청하는 것. 팀원 코드 리뷰 진행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09160"/>
            <a:ext cx="5669280" cy="1261872"/>
          </a:xfrm>
          <a:prstGeom prst="rect">
            <a:avLst/>
          </a:prstGeom>
          <a:solidFill>
            <a:srgbClr val="1A2E44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709160"/>
            <a:ext cx="109728" cy="12618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800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Conflict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12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두 사람이 같은 줄을 다르게 수정했을 때 발생하는 충돌. 직접 선택해서 해결해야 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709160"/>
            <a:ext cx="5669280" cy="1261872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709160"/>
            <a:ext cx="109728" cy="12618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800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.gitignore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GitHub에 올리면 안 되는 파일 목록 (.env, API 키 등) 을 적어두는 파일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02  터미널 Git 명령어 치트시트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자주 쓰는 명령어만 골라 정리했어요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기본 설정 (처음 한 번)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568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FF"/>
                </a:solidFill>
              </a:rPr>
              <a:t>git config --global user.name "이름"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22576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내 이름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98064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4640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FF"/>
                </a:solidFill>
              </a:rPr>
              <a:t>git config --global user.email "이메일"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200400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내 이메일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75888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71246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FF"/>
                </a:solidFill>
              </a:rPr>
              <a:t>git clone 저장소_주소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78224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GitHub 프로젝트를 내 PC로 복사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49039" cy="411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813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매일 쓰는 명령어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920240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9568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git pull origin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322576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GitHub → 내 PC 최신화 (작업 시작 전 필수!)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798064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2834640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git add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200400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변경된 모든 파일 한번에 스테이징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675888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71246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git commit -m "메시지"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078224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스테이징 내용을 로컬에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4553712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459028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git push origin 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956048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내 커밋을 GitHub에 업로드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749039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4813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확인 명령어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920240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19568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C00"/>
                </a:solidFill>
              </a:rPr>
              <a:t>git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2322576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현재 변경사항 목록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798064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2834640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C00"/>
                </a:solidFill>
              </a:rPr>
              <a:t>git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3200400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커밋 이력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675888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71246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C00"/>
                </a:solidFill>
              </a:rPr>
              <a:t>git diff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078224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변경된 내용 상세 보기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553712"/>
            <a:ext cx="3749039" cy="804672"/>
          </a:xfrm>
          <a:prstGeom prst="rect">
            <a:avLst/>
          </a:prstGeom>
          <a:solidFill>
            <a:srgbClr val="050F19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459028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C00"/>
                </a:solidFill>
              </a:rPr>
              <a:t>git branch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4956048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현재 브랜치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623560"/>
            <a:ext cx="11430000" cy="71323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696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💡 매일 작업 순서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696712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① git pull origin main  →  ② 코드 수정  →  ③ git add .  →  ④ git commit -m "메시지"  →  ⑤ git push origin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03  AI로 GitHub 명령하기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채팅으로 Git 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0C0"/>
                </a:solidFill>
              </a:rPr>
              <a:t>터미널 명령어 외우기 어렵다면?  AI에게 말로 시키면 됩니다.
Claude Code CLI 또는 Gemini CLI에게 GitHub 권한을 주면 커밋·푸쉬·풀을 채팅 한 줄로!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5669280" cy="4343400"/>
          </a:xfrm>
          <a:prstGeom prst="rect">
            <a:avLst/>
          </a:prstGeom>
          <a:solidFill>
            <a:srgbClr val="1A2E44"/>
          </a:solidFill>
          <a:ln w="254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5669280" cy="457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13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Claude Code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072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Anthropic 공식 AI 코딩 어시스턴트
터미널에서 대화하듯 코드·Git 작업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630168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7216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FF"/>
                </a:solidFill>
              </a:rPr>
              <a:t>$ npm install -g @anthropic-ai/claude-code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4288536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379976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FF"/>
                </a:solidFill>
              </a:rPr>
              <a:t>$ claude  (프로젝트 폴더에서 실행)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946904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038344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FF"/>
                </a:solidFill>
              </a:rPr>
              <a:t>→ GitHub 토큰 연동 후 바로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40280"/>
            <a:ext cx="5669280" cy="43434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40280"/>
            <a:ext cx="566928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313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Gemini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8072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Google DeepMind의 터미널용 AI
무료 티어 제공, Google 계정으로 바로 사용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3630168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7216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$ npm install -g @google/gemini-cli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4288536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379976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$ gemini  (프로젝트 폴더에서 실행)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4946904"/>
            <a:ext cx="5321808" cy="56692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5038344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96"/>
                </a:solidFill>
              </a:rPr>
              <a:t>→ Google 계정 로그인 후 바로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03  AI로 GitHub 명령하기 — Claude Code 실전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Claude Code 설치 → 권한 설정 → 채팅으로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5303520" cy="1051560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777240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996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Node.js 설치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83664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node --version  # v18 이상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87752"/>
            <a:ext cx="5303520" cy="1051560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87752"/>
            <a:ext cx="777240" cy="10515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0779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Claude Code 설치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664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npm install -g @anthropic-ai/claude-code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30752"/>
            <a:ext cx="5303520" cy="1051560"/>
          </a:xfrm>
          <a:prstGeom prst="rect">
            <a:avLst/>
          </a:prstGeom>
          <a:solidFill>
            <a:srgbClr val="1A2E44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30752"/>
            <a:ext cx="777240" cy="10515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05079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856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프로젝트 폴더에서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9664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cd ~/github/Last_Project_test
claude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73752"/>
            <a:ext cx="5303520" cy="1051560"/>
          </a:xfrm>
          <a:prstGeom prst="rect">
            <a:avLst/>
          </a:prstGeom>
          <a:solidFill>
            <a:srgbClr val="1A2E44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73752"/>
            <a:ext cx="777240" cy="1051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9379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286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GitHub 권한 부여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312664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claude 실행 후 안내에 따라
GitHub 토큰 입력 또는 OAuth 로그인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4447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채팅 명령 예시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920240"/>
            <a:ext cx="5577840" cy="658368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975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97510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방금 수정한 app.py 커밋하고 푸쉬해줘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670048"/>
            <a:ext cx="5577840" cy="80467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724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AI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724912"/>
            <a:ext cx="4800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app.py 변경사항을 확인했습니다.
git add app.py → git commit → git push 할게요.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566160"/>
            <a:ext cx="5577840" cy="658368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621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62102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팀원들이 올린 최신 코드 받아와줘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15968"/>
            <a:ext cx="5577840" cy="80467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AI 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370832"/>
            <a:ext cx="4800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git pull origin main 실행합니다.
최신 커밋 3개 반영됐습니다.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212080"/>
            <a:ext cx="5577840" cy="658368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266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26694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어제 이후로 바뀐 파일 목록 보여줘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961888"/>
            <a:ext cx="5577840" cy="80467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AI 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6016752"/>
            <a:ext cx="4800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git diff HEAD~1 결과:
app.py, requirements_app.txt 수정됨.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03  AI로 GitHub 명령하기 — Gemini CLI 실전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Gemini CLI 설치 → 로그인 → 채팅으로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5303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777240" cy="10789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922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179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Node.js 설치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019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node --version  # v18 이상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15184"/>
            <a:ext cx="5303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615184"/>
            <a:ext cx="777240" cy="10789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6265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883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Gemini CLI 설치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7238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npm install -g @google/gemini-cli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85616"/>
            <a:ext cx="5303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777240" cy="107899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3308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587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프로젝트 폴더에서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4281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cd ~/github/Last_Project_test
gemini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56048"/>
            <a:ext cx="5303520" cy="1078992"/>
          </a:xfrm>
          <a:prstGeom prst="rect">
            <a:avLst/>
          </a:prstGeom>
          <a:solidFill>
            <a:srgbClr val="1A2E44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956048"/>
            <a:ext cx="777240" cy="10789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Google 계정 로그인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41324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</a:rPr>
              <a:t>브라우저 자동 실행 → Google 계정 로그인
무료 티어로 바로 사용 가능!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4447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Gemini CLI 채팅 예시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920240"/>
            <a:ext cx="5577840" cy="713232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965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965960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현재 수정한 파일 전부 커밋하고 푸쉬해줘
메시지는 'feat: 기능 추가'로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724912"/>
            <a:ext cx="5577840" cy="71323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7706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Gemini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770632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git add . &amp;&amp; git commit -m 'feat: 기능 추가'
git push origin main 실행할게요.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529584"/>
            <a:ext cx="5577840" cy="594360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57530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575304"/>
            <a:ext cx="4709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main 브랜치 최신 코드 받아와줘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215384"/>
            <a:ext cx="5577840" cy="71323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26110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Gemini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261104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git pull origin main 완료.
변경된 파일: app.py, environment_app.yml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020056"/>
            <a:ext cx="5577840" cy="594360"/>
          </a:xfrm>
          <a:prstGeom prst="rect">
            <a:avLst/>
          </a:prstGeom>
          <a:solidFill>
            <a:srgbClr val="1A2E44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06577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나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065776"/>
            <a:ext cx="4709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지금 내 수정사항 상태 알려줘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705856"/>
            <a:ext cx="5577840" cy="713232"/>
          </a:xfrm>
          <a:prstGeom prst="rect">
            <a:avLst/>
          </a:prstGeom>
          <a:solidFill>
            <a:srgbClr val="1A2E44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75157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Gemini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751576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git status 결과:
modified: app.py (아직 커밋 안 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04  프로젝트 개발환경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InSIGHT 앱 로컬 실행까지 전체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1783080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Miniconda
설치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C8FF"/>
                </a:solidFill>
              </a:rPr>
              <a:t>conda --version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359152"/>
            <a:ext cx="22860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0C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1444752"/>
            <a:ext cx="1783080" cy="457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FF"/>
                </a:solidFill>
              </a:rPr>
              <a:t>프로젝트
Git Pull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7C3AFF"/>
                </a:solidFill>
              </a:rPr>
              <a:t>git pull origin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359152"/>
            <a:ext cx="22860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0C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1444752"/>
            <a:ext cx="178308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96"/>
                </a:solidFill>
              </a:rPr>
              <a:t>hnf 환경
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96"/>
                </a:solidFill>
              </a:rPr>
              <a:t>conda env create
-f environment_app.yml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359152"/>
            <a:ext cx="22860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0C0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444752"/>
            <a:ext cx="17830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환경
활성화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8C00"/>
                </a:solidFill>
              </a:rPr>
              <a:t>conda activate hnf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2359152"/>
            <a:ext cx="22860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0C0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1444752"/>
            <a:ext cx="1783080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.env 파일
설정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2220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C8FF"/>
                </a:solidFill>
              </a:rPr>
              <a:t>GEMINI_API_KEY=
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60" y="2359152"/>
            <a:ext cx="22860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0C0"/>
                </a:solidFill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1444752"/>
            <a:ext cx="1783080" cy="2286000"/>
          </a:xfrm>
          <a:prstGeom prst="rect">
            <a:avLst/>
          </a:prstGeom>
          <a:solidFill>
            <a:srgbClr val="1A2E44"/>
          </a:solidFill>
          <a:ln w="254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4160" y="1444752"/>
            <a:ext cx="1783080" cy="457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24160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1993392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FF"/>
                </a:solidFill>
              </a:rPr>
              <a:t>앱
실행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33888" y="2889504"/>
            <a:ext cx="1563624" cy="713232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88752" y="2926080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7C3AFF"/>
                </a:solidFill>
              </a:rPr>
              <a:t>python app.py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950208"/>
            <a:ext cx="11430000" cy="6217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🎉  http://127.0.0.1:7860  브라우저에서 열리면 성공!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736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B0C0"/>
                </a:solidFill>
              </a:rPr>
              <a:t>설치되는 주요 라이브러리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gradio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웹 UI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04288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95728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opencv / Pillow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이미지 처리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42816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34256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PyWavelets / scipy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34256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AI 판별 분석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81344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2784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google-genai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2784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Gemini API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11312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instaloader / yt-dlp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11312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SNS 다운로드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0" y="5175504"/>
            <a:ext cx="1847088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9840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python-dotenv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495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API 키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04  프로젝트 개발환경 구성 — 상세 명령어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터미널에 그대로 복사해서 쓰세요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11430000" cy="1207008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377440" cy="1207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① Miniconda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581912"/>
            <a:ext cx="5029200" cy="93268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6459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conda --version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70078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버전 숫자가 나오면 OK. 아무것도 안 뜨면 miniconda.com에서 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0632"/>
            <a:ext cx="11430000" cy="1207008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70632"/>
            <a:ext cx="2377440" cy="1207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② 프로젝트 최신화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907792"/>
            <a:ext cx="5029200" cy="93268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971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cd ~/github/Last_Project_test
git pull origin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02666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프로젝트 폴더로 이동 후 최신 코드 받기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2"/>
            <a:ext cx="11430000" cy="1207008"/>
          </a:xfrm>
          <a:prstGeom prst="rect">
            <a:avLst/>
          </a:prstGeom>
          <a:solidFill>
            <a:srgbClr val="1A2E44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2377440" cy="1207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③ hnf 환경 생성 (처음 한 번만)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4233672"/>
            <a:ext cx="5029200" cy="93268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conda env create -f environment_app.yml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35254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3~10분 소요. 완료 후 .env 파일에
GEMINI_API_KEY 등 API 키 설정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22392"/>
            <a:ext cx="11430000" cy="1207008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422392"/>
            <a:ext cx="2377440" cy="1207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④ 환경 활성화 &amp; 앱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5559552"/>
            <a:ext cx="5029200" cy="932688"/>
          </a:xfrm>
          <a:prstGeom prst="rect">
            <a:avLst/>
          </a:prstGeom>
          <a:solidFill>
            <a:srgbClr val="05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5623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conda activate hnf
python app.py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67842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프롬프트에 (hnf) 붙으면 성공. 이후 앱 실행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자주 겪는 문제 &amp;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막혔을 때 확인 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109728" cy="1170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❓ conda: command not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Miniconda 미설치 → miniconda.com 에서 설치 후 터미널 재시작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44752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44752"/>
            <a:ext cx="109728" cy="1170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179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❓ c2pa-python 설치 실패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019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선택 라이브러리라 무시해도 됩니다. 팀장에게 문의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09728" cy="1170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163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❓ (hnf) 가 안 붙어요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conda activate hnf 다시 실행. 환경 생성이 안 됐으면 STEP 3 부터 재시도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109728" cy="1170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163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❓ 7860 포트 접속 안 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004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python app.py 터미널이 닫혀있지 않은지 확인. 실행 중인 창 유지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41648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41648"/>
            <a:ext cx="109728" cy="1170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❓ git push 권한 오류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9884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GitHub 토큰 만료 가능성. claude 또는 gemini 재실행 후 재로그인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41648"/>
            <a:ext cx="5669280" cy="1170432"/>
          </a:xfrm>
          <a:prstGeom prst="rect">
            <a:avLst/>
          </a:prstGeom>
          <a:solidFill>
            <a:srgbClr val="1A2E44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41648"/>
            <a:ext cx="109728" cy="1170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14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❓ .env 파일 API 오류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49884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B0C0"/>
                </a:solidFill>
              </a:rPr>
              <a:t>→ API 키 복사 시 앞뒤 공백 없는지 확인. .env 파일이 프로젝트 루트에 있는지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50992"/>
            <a:ext cx="1143000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875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환경 구성 완료 체크리스트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984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☑  터미널에 (hnf) 표시    ☑  http://127.0.0.1:7860 화면 확인    ☑  .env 파일 API 키 입력    ☑  git pull 최신화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